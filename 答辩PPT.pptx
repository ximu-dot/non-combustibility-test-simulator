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2F2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34E4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34E4A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54864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NCT-Sim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建筑材料不燃性试验仿真系统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ISO 11820:2022 国际标准  |  .NET 8 + WinForms + SQLite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智能体驱动  ·  软件全流程开发  ·  人机协同实践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  |  ximu-dot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答辩内容概览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0700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1704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为什么做这个项目？解决什么问题？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682496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82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45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18653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功能需求、非功能需求、可行性分析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15798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57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1214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23408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架构设计、模块划分、数据库设计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63347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59689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智能体全流程协作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28163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在各阶段的角色与贡献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07238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核心技术实现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3291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仿真引擎、状态机、实时曲线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58444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5478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88720" y="37673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功能测试、性能测试、缺陷分析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059936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4023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188720" y="42428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驱动开发 + 技术突破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535424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88720" y="44988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成果展示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88720" y="471830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系统功能矩阵与关键数据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50109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010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88720" y="49743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88720" y="51937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经验总结、改进方向、AI 协作心得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43600" y="457200"/>
            <a:ext cx="2743200" cy="42062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43600" y="457200"/>
            <a:ext cx="54864" cy="4206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6675120" y="1097280"/>
            <a:ext cx="1280160" cy="128016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621792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11820:2022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21792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建筑材料不燃性试验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217920" y="356616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核心指标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炉温 750°C  |  试验 60分钟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温升 ≤ 50°C  |  失重率 ≤ 50%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真实试验的痛点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设备昂贵：单套 50-80 万元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9456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耗电量大：单次试验约 20 kWh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156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安全风险：高温烫伤、火灾隐患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040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教学受限：1组/套，无法并行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0332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5156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耗时漫长：单次约 2 小时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5029200" y="1188720"/>
            <a:ext cx="365760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5029200" y="118872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0"/>
          <p:cNvSpPr/>
          <p:nvPr/>
        </p:nvSpPr>
        <p:spPr>
          <a:xfrm>
            <a:off x="530352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我们的解决方案</a:t>
            </a:r>
            <a:endParaRPr lang="en-US" sz="16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6217920" y="1920240"/>
            <a:ext cx="1280160" cy="128016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03520" y="192024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NCT-Sim 仿真系统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零成本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全部使用开源免费技术栈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零风险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纯软件仿真，无高温/触电隐患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高效率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支持无限并行教学，可加速演示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64008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项目目标：完整模拟 ISO 11820 不燃性试验全流程的 Windows 桌面仿真软件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1554480" cy="22860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全栈技术成熟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.NET 8 LTS + WinForms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开源库生态完善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1188720"/>
            <a:ext cx="1554480" cy="228600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经济可行性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40280" y="16916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零预算项目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全部开源免费许可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节省硬件50万+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188720"/>
            <a:ext cx="1554480" cy="228600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操作可行性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16916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学习成本 &lt; 30分钟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向导式流程引导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标准Windows交互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1188720"/>
            <a:ext cx="1554480" cy="228600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法律可行性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23560" y="16916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MIT/Apache 2.0许可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数据完全本地化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ISO标准合规引用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1188720"/>
            <a:ext cx="1554480" cy="2286000"/>
          </a:xfrm>
          <a:prstGeom prst="rect">
            <a:avLst/>
          </a:prstGeom>
          <a:solidFill>
            <a:srgbClr val="115E5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时间可行性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16916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4周开发周期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25%应急缓冲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里程碑明确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需求优先级 (MoSCoW)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42748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60520"/>
            <a:ext cx="40919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Have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14900" y="4160520"/>
            <a:ext cx="194310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5006340" y="4160520"/>
            <a:ext cx="17602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Should Have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4160520"/>
            <a:ext cx="1165860" cy="3200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5" name="Shape 23"/>
          <p:cNvSpPr/>
          <p:nvPr/>
        </p:nvSpPr>
        <p:spPr>
          <a:xfrm>
            <a:off x="8023860" y="4160520"/>
            <a:ext cx="388620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572000"/>
            <a:ext cx="13716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544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Have: 登录、仿真、状态机、实时显示、曲线图、CSV导出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51760" y="4572000"/>
            <a:ext cx="137160" cy="137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2834640" y="4544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Should Have: Excel/PDF报告、历史查询、消息日志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4572000"/>
            <a:ext cx="137160" cy="13716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544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Could Have: 设备校准、参数配置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675120" y="4572000"/>
            <a:ext cx="137160" cy="1371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4544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Won't Have: 真实硬件通信、多语言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5029200" cy="5486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层 (Forms)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926080" y="1188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LoginForm, MainForm, NewTestDialog, RealTimePanel, ChartPanel...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029200" cy="5486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业务核心层 (Core)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TestController — 状态机 + 业务逻辑协调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029200" cy="5486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651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 (Services)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26517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DaqWorker, SensorSimulator, ExportService, TemperatureAnalyzer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5029200" cy="548640"/>
          </a:xfrm>
          <a:prstGeom prst="rect">
            <a:avLst/>
          </a:prstGeom>
          <a:solidFill>
            <a:srgbClr val="115E5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383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 (Data)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33832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DbHelper (SQLite), CsvWriter (时序数据)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5029200" cy="548640"/>
          </a:xfrm>
          <a:prstGeom prst="rect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114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全局层 (Global)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4114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AppContext — 单例，持有所有核心对象引用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17190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24505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926080" y="31821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39136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▼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0" y="1188720"/>
            <a:ext cx="2743200" cy="34747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118872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endParaRPr lang="en-US" sz="14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828800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537960" y="17830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单向依赖：上层依赖下层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40280"/>
            <a:ext cx="201168" cy="20116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537960" y="21945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事件驱动：DataBroadcast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651760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537960" y="26060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UI线程安全：Control.Invoke()</a:t>
            </a:r>
            <a:endParaRPr lang="en-US" sz="10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063240"/>
            <a:ext cx="201168" cy="20116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537960" y="30175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配置驱动：appsettings.json</a:t>
            </a:r>
            <a:endParaRPr lang="en-US" sz="10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474720"/>
            <a:ext cx="201168" cy="20116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537960" y="34290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仿真/硬件双模式切换</a:t>
            </a:r>
            <a:endParaRPr lang="en-US" sz="10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886200"/>
            <a:ext cx="201168" cy="20116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537960" y="3840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6种设计模式应用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智能体全流程协作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7315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智能体在软件全流程各阶段的具体贡献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097280" cy="3200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71600"/>
            <a:ext cx="10972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59436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选题与方向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2377440"/>
            <a:ext cx="731520" cy="18288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01752" y="2514600"/>
            <a:ext cx="9509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分析ISO 11820标准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建议不燃性试验仿真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评估技术可行性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99032" y="1371600"/>
            <a:ext cx="1097280" cy="3200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399032" y="1371600"/>
            <a:ext cx="1097280" cy="54864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1764792" y="15544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44752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581912" y="2377440"/>
            <a:ext cx="731520" cy="18288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472184" y="2514600"/>
            <a:ext cx="9509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五维可行性分析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MoSCoW优先级排序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功能需求矩阵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569464" y="1371600"/>
            <a:ext cx="1097280" cy="3200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569464" y="1371600"/>
            <a:ext cx="1097280" cy="54864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2935224" y="15544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15184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752344" y="2377440"/>
            <a:ext cx="731520" cy="18288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2642616" y="2514600"/>
            <a:ext cx="9509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5层架构设计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18模块划分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6张数据库表设计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3739896" y="1371600"/>
            <a:ext cx="1097280" cy="3200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739896" y="1371600"/>
            <a:ext cx="1097280" cy="54864"/>
          </a:xfrm>
          <a:prstGeom prst="rect">
            <a:avLst/>
          </a:prstGeom>
          <a:solidFill>
            <a:srgbClr val="134E4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4105656" y="15544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785616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编码实现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922776" y="2377440"/>
            <a:ext cx="731520" cy="18288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3813048" y="2514600"/>
            <a:ext cx="9509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~5000行C#代码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19个源文件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6种设计模式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4910328" y="1371600"/>
            <a:ext cx="1097280" cy="3200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910328" y="1371600"/>
            <a:ext cx="10972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276088" y="155448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956048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093208" y="2377440"/>
            <a:ext cx="731520" cy="18288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4983480" y="2514600"/>
            <a:ext cx="9509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13项功能测试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6项性能测试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5个缺陷发现与修复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080760" y="1371600"/>
            <a:ext cx="1097280" cy="3200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80760" y="1371600"/>
            <a:ext cx="1097280" cy="54864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446520" y="155448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126480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文档报告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6263640" y="2377440"/>
            <a:ext cx="731520" cy="18288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40" name="Text 32"/>
          <p:cNvSpPr/>
          <p:nvPr/>
        </p:nvSpPr>
        <p:spPr>
          <a:xfrm>
            <a:off x="6153912" y="2514600"/>
            <a:ext cx="9509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6份技术文档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PPT答辩材料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Excel/PDF报告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7251192" y="1371600"/>
            <a:ext cx="1097280" cy="32004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7251192" y="1371600"/>
            <a:ext cx="1097280" cy="54864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7616952" y="1554480"/>
            <a:ext cx="365760" cy="36576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7296912" y="2011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问题修复</a:t>
            </a:r>
            <a:endParaRPr lang="en-US" sz="1100" dirty="0"/>
          </a:p>
        </p:txBody>
      </p:sp>
      <p:sp>
        <p:nvSpPr>
          <p:cNvPr id="45" name="Shape 36"/>
          <p:cNvSpPr/>
          <p:nvPr/>
        </p:nvSpPr>
        <p:spPr>
          <a:xfrm>
            <a:off x="7434072" y="2377440"/>
            <a:ext cx="731520" cy="18288"/>
          </a:xfrm>
          <a:prstGeom prst="rect">
            <a:avLst/>
          </a:prstGeom>
          <a:solidFill>
            <a:srgbClr val="14B8A6">
              <a:alpha val="50000"/>
            </a:srgbClr>
          </a:solidFill>
          <a:ln/>
        </p:spPr>
      </p:sp>
      <p:sp>
        <p:nvSpPr>
          <p:cNvPr id="46" name="Text 37"/>
          <p:cNvSpPr/>
          <p:nvPr/>
        </p:nvSpPr>
        <p:spPr>
          <a:xfrm>
            <a:off x="7324344" y="2514600"/>
            <a:ext cx="9509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编译错误修复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命名冲突解决</a:t>
            </a:r>
            <a:endParaRPr lang="en-US" sz="8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PDF曲线图补充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48" name="Text 39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个学生 + 1 个智能体 = 1 个完整软件工程团队 —— 覆盖需求→设计→编码→测试→文档全流程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人机协作模式：智能体做什么 vs 我做什么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7315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698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智能体负责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554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生成代码框架和样板代码（~80%代码量）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1956816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9568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编写技术文档初稿（6份报告）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2359152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359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设计数据库表结构和字段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761488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7614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分析ISO标准文本并提取关键参数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3163824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163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设计测试用例和性能指标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566160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566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自动修复编译错误和命名冲突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3968496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39684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生成PPT大纲和答辩材料结构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solidFill>
            <a:srgbClr val="134E4A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69848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4068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我（开发者）负责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846320" y="1554480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0" y="15544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确定技术方向（WinForms vs WPF）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846320" y="1956816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0" y="19568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审查验证AI生成的代码逻辑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846320" y="2359152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9" name="Text 25"/>
          <p:cNvSpPr/>
          <p:nvPr/>
        </p:nvSpPr>
        <p:spPr>
          <a:xfrm>
            <a:off x="5029200" y="2359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运行测试、发现Bug、反馈修正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846320" y="2761488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1" name="Text 27"/>
          <p:cNvSpPr/>
          <p:nvPr/>
        </p:nvSpPr>
        <p:spPr>
          <a:xfrm>
            <a:off x="5029200" y="27614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关键算法验证（仿真引擎3阶段）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846320" y="3163824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3" name="Text 29"/>
          <p:cNvSpPr/>
          <p:nvPr/>
        </p:nvSpPr>
        <p:spPr>
          <a:xfrm>
            <a:off x="5029200" y="3163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架构决策（5层架构、事件驱动）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4846320" y="3566160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5" name="Text 31"/>
          <p:cNvSpPr/>
          <p:nvPr/>
        </p:nvSpPr>
        <p:spPr>
          <a:xfrm>
            <a:off x="5029200" y="35661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人工测试边界条件和异常场景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4846320" y="3968496"/>
            <a:ext cx="384048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7" name="Text 33"/>
          <p:cNvSpPr/>
          <p:nvPr/>
        </p:nvSpPr>
        <p:spPr>
          <a:xfrm>
            <a:off x="5029200" y="396849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整合各部分、确保整体一致性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0D9488">
              <a:alpha val="8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548640" y="4498848"/>
            <a:ext cx="1371600" cy="4114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Text 36"/>
          <p:cNvSpPr/>
          <p:nvPr/>
        </p:nvSpPr>
        <p:spPr>
          <a:xfrm>
            <a:off x="548640" y="44988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我描述需求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1920240" y="449884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Shape 38"/>
          <p:cNvSpPr/>
          <p:nvPr/>
        </p:nvSpPr>
        <p:spPr>
          <a:xfrm>
            <a:off x="2286000" y="4498848"/>
            <a:ext cx="1371600" cy="4114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3" name="Text 39"/>
          <p:cNvSpPr/>
          <p:nvPr/>
        </p:nvSpPr>
        <p:spPr>
          <a:xfrm>
            <a:off x="2286000" y="44988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AI生成初稿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3657600" y="449884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41"/>
          <p:cNvSpPr/>
          <p:nvPr/>
        </p:nvSpPr>
        <p:spPr>
          <a:xfrm>
            <a:off x="4023360" y="4498848"/>
            <a:ext cx="1371600" cy="4114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6" name="Text 42"/>
          <p:cNvSpPr/>
          <p:nvPr/>
        </p:nvSpPr>
        <p:spPr>
          <a:xfrm>
            <a:off x="4023360" y="449884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我审查验证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5394960" y="449884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4"/>
          <p:cNvSpPr/>
          <p:nvPr/>
        </p:nvSpPr>
        <p:spPr>
          <a:xfrm>
            <a:off x="5760720" y="4498848"/>
            <a:ext cx="1188720" cy="4114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9" name="Text 45"/>
          <p:cNvSpPr/>
          <p:nvPr/>
        </p:nvSpPr>
        <p:spPr>
          <a:xfrm>
            <a:off x="5760720" y="44988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反馈修正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6949440" y="449884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1" name="Shape 47"/>
          <p:cNvSpPr/>
          <p:nvPr/>
        </p:nvSpPr>
        <p:spPr>
          <a:xfrm>
            <a:off x="7315200" y="4498848"/>
            <a:ext cx="1188720" cy="4114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2" name="Text 48"/>
          <p:cNvSpPr/>
          <p:nvPr/>
        </p:nvSpPr>
        <p:spPr>
          <a:xfrm>
            <a:off x="7315200" y="44988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最终交付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模块划分与数据库设计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18个功能模块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48463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463040"/>
                <a:gridCol w="822960"/>
                <a:gridCol w="21031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M01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LoginModule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角色选择、密码验证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M03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NewTestDialog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新建试验信息录入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M04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RealTimePanel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5通道温度实时显示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M05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ChartPanel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OxyPlot温度曲线图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M11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TestController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Core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状态机管理、业务协调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M12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DaqWorker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数据采集线程(每800ms)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M13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SensorSimulator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5通道温度仿真引擎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M14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ExportService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CSV/Excel/PDF报告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M16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DbHelper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SQLite数据库操作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097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6张数据库表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760720" y="1463040"/>
            <a:ext cx="2926080" cy="438912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46304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4813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168249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用户账号 (admin/experimenter)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1965960"/>
            <a:ext cx="2926080" cy="438912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196596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0" y="198424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apparatus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21854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试验设备信息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2468880"/>
            <a:ext cx="2926080" cy="438912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246888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0" y="248716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productmaster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0" y="268833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样品信息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60720" y="2971800"/>
            <a:ext cx="2926080" cy="438912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60720" y="297180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0" y="29900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testmaster ★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43600" y="319125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试验记录核心表 (40+字段)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760720" y="3474720"/>
            <a:ext cx="2926080" cy="438912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760720" y="347472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2"/>
          <p:cNvSpPr/>
          <p:nvPr/>
        </p:nvSpPr>
        <p:spPr>
          <a:xfrm>
            <a:off x="5943600" y="34930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43600" y="369417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传感器通道配置 (17通道)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760720" y="3977640"/>
            <a:ext cx="2926080" cy="438912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760720" y="397764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0" y="39959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CalibrationRecords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943600" y="419709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设备校准历史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40080" y="4572000"/>
            <a:ext cx="8046720" cy="36576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温度时序数据不入库，存为独立CSV文件 — 减少数据库压力，便于数据交换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核心技术：温度仿真引擎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554480" cy="10058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炉温1 TF1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750.0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°C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1097280"/>
            <a:ext cx="1554480" cy="10058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143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炉温2 TF2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371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749.8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48840" y="17830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°C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1097280"/>
            <a:ext cx="1554480" cy="100584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1143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表面温 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1371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620.5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40480" y="17830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°C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32120" y="1097280"/>
            <a:ext cx="1554480" cy="1005840"/>
          </a:xfrm>
          <a:prstGeom prst="rect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1143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中心温 TC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1371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480.1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32120" y="17830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°C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3760" y="1097280"/>
            <a:ext cx="1554480" cy="1005840"/>
          </a:xfrm>
          <a:prstGeom prst="rect">
            <a:avLst/>
          </a:prstGeom>
          <a:solidFill>
            <a:srgbClr val="115E5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143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校准温 TCal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23760" y="1371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751.0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223760" y="17830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°C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分阶段仿真算法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2743200"/>
            <a:ext cx="2606040" cy="1554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274320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升温阶段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32004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线性升温 + 高斯噪声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TF1/2同步上升(独立噪声)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TS/TC低比例跟随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2743200"/>
            <a:ext cx="2606040" cy="1554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0" y="2743200"/>
            <a:ext cx="26060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稳定阶段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11880" y="32004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钳位到750°C + 微小波动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稳定计数器判定(连续4 tick)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745~755°C范围内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09360" y="2743200"/>
            <a:ext cx="2606040" cy="1554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09360" y="2743200"/>
            <a:ext cx="26060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记录阶段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46520" y="32004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炉温保持750°C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TS→TF1×0.95 指数逼近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TC→TF1×0.85 指数逼近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关键参数：采样间隔 800ms | 目标温度 750°C | 升温速率 40°C/s | 温度波动 ±0.5°C | 稳定阈值 3°C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核心技术：试验状态机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1097280" cy="109728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1188720"/>
            <a:ext cx="1097280" cy="109728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Preparing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升温中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1097280" cy="109728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1097280" cy="10972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1097280" cy="1097280"/>
          </a:xfrm>
          <a:prstGeom prst="ellipse">
            <a:avLst/>
          </a:prstGeom>
          <a:solidFill>
            <a:srgbClr val="134E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887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14173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108960" y="14173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80560" y="14173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852160" y="14173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按钮状态控制表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914400"/>
                <a:gridCol w="73152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Idle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Preparing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Ready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Recording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新建试验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*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*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开始升温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停止升温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开始记录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停止记录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参数设置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400800" y="2560320"/>
            <a:ext cx="2286000" cy="22860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0" y="2560320"/>
            <a:ext cx="2286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2697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安全保护机制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3063240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858000" y="3017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未保存试验阻止新建</a:t>
            </a:r>
            <a:endParaRPr lang="en-US" sz="9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383280"/>
            <a:ext cx="164592" cy="16459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58000" y="3337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按钮自动跟随状态机</a:t>
            </a:r>
            <a:endParaRPr lang="en-US" sz="9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703320"/>
            <a:ext cx="164592" cy="1645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58000" y="36576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温度回退自动处理</a:t>
            </a:r>
            <a:endParaRPr lang="en-US" sz="9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023360"/>
            <a:ext cx="164592" cy="16459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58000" y="3977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lock同步跨线程操作</a:t>
            </a:r>
            <a:endParaRPr lang="en-US" sz="9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343400"/>
            <a:ext cx="164592" cy="1645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4297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非法转换直接忽略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数据流与报告生成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温度数据流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840480" cy="6400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08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SensorSimulator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783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仿真算法生成温度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20848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3840480" cy="6400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240280"/>
            <a:ext cx="54864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2860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DaqWorker (后台线程)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560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每800ms采集 + 事件广播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28620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3840480" cy="6400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017520"/>
            <a:ext cx="54864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063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CsvWriter → CSV文件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337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Recording状态逐秒写入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363931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3840480" cy="6400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794760"/>
            <a:ext cx="54864" cy="64008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840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UI层 (Invoke封送)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1148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实时面板 + 曲线图 + 消息日志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三种报告格式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846320" y="1554480"/>
            <a:ext cx="3840480" cy="10515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55448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5029200" y="1691640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669280" y="16459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CSV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669280" y="1920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逐秒温度数据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标准逗号分隔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TestData目录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846320" y="2743200"/>
            <a:ext cx="3840480" cy="10515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46320" y="2743200"/>
            <a:ext cx="3840480" cy="54864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029200" y="2880360"/>
            <a:ext cx="457200" cy="4572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669280" y="2834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Excel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5669280" y="3108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Sheet1: 试验信息表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Sheet2: 温度数据表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Sheet3: 温度曲线图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846320" y="3931920"/>
            <a:ext cx="3840480" cy="10515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846320" y="3931920"/>
            <a:ext cx="3840480" cy="54864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5029200" y="4069080"/>
            <a:ext cx="457200" cy="4572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669280" y="4023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5669280" y="42976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报告封面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试验概要 + 曲线图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判定结论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测试与验证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1920240" cy="1280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全部通过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143000"/>
            <a:ext cx="1920240" cy="1280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1031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指标达标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1920240" cy="1280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缺陷发现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1031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0严重/3一般/2轻微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143000"/>
            <a:ext cx="1920240" cy="12801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03720" y="18288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P0-P2完成率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21031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16/18功能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核心功能测试结果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17520"/>
          <a:ext cx="4389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57200"/>
                <a:gridCol w="1188720"/>
                <a:gridCol w="4572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登录验证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CSV导出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新建试验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Excel报告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升温过程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PDF报告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稳定检测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历史查询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记录过程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按钮保护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停止记录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温度回退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303520" y="2651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303520" y="3017520"/>
            <a:ext cx="3383280" cy="3200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4" name="Text 21"/>
          <p:cNvSpPr/>
          <p:nvPr/>
        </p:nvSpPr>
        <p:spPr>
          <a:xfrm>
            <a:off x="539496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UI响应时间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315200" y="30175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100ms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303520" y="3401568"/>
            <a:ext cx="3383280" cy="3200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7" name="Text 24"/>
          <p:cNvSpPr/>
          <p:nvPr/>
        </p:nvSpPr>
        <p:spPr>
          <a:xfrm>
            <a:off x="5394960" y="3401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内存占用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315200" y="340156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~150MB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303520" y="3785616"/>
            <a:ext cx="3383280" cy="3200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0" name="Text 27"/>
          <p:cNvSpPr/>
          <p:nvPr/>
        </p:nvSpPr>
        <p:spPr>
          <a:xfrm>
            <a:off x="5394960" y="37856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连续运行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315200" y="37856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2h 无崩溃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303520" y="4169664"/>
            <a:ext cx="3383280" cy="3200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3" name="Text 30"/>
          <p:cNvSpPr/>
          <p:nvPr/>
        </p:nvSpPr>
        <p:spPr>
          <a:xfrm>
            <a:off x="5394960" y="41696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曲线渲染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315200" y="416966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10min窗口无卡顿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303520" y="4553712"/>
            <a:ext cx="3383280" cy="3200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6" name="Text 33"/>
          <p:cNvSpPr/>
          <p:nvPr/>
        </p:nvSpPr>
        <p:spPr>
          <a:xfrm>
            <a:off x="5394960" y="45537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CSV写入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315200" y="455371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1行/秒稳定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303520" y="4937760"/>
            <a:ext cx="3383280" cy="3200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9" name="Text 36"/>
          <p:cNvSpPr/>
          <p:nvPr/>
        </p:nvSpPr>
        <p:spPr>
          <a:xfrm>
            <a:off x="5394960" y="4937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Excel生成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315200" y="4937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1-3秒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40080" y="4617720"/>
            <a:ext cx="8046720" cy="36576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2" name="Text 39"/>
          <p:cNvSpPr/>
          <p:nvPr/>
        </p:nvSpPr>
        <p:spPr>
          <a:xfrm>
            <a:off x="82296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缺陷分布：🔴 严重 0 | 🟡 一般 3 (密码明文、无主键、JSON序列化) | 🟢 轻微 2 (表名大小写、登录字段) — 全部已记录闭环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097280"/>
            <a:ext cx="2697480" cy="16916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457200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07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智能体全流程驱动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智能体覆盖需求分析→架构设计→编码→测试→文档全流程，1人+1AI完成传统5-6人团队工作量，掌握AI协同开发核心技能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0" y="1097280"/>
            <a:ext cx="2697480" cy="16916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0" y="109728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337560" y="12344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1207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分阶段仿真模型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37560" y="16002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升温/稳定/记录三个阶段使用不同算法，升温线性+噪声，稳定钳位+波动，记录指数逼近热传导延迟，模拟真实热力学过程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80760" y="1097280"/>
            <a:ext cx="2697480" cy="16916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80760" y="109728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217920" y="12344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9400" y="1207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指数逼近算法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16002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记录阶段样品温度使用 TS→TF1×0.95、TC→TF1×0.85 指数逼近模型，TC比TS更慢，真实模拟材料内外温差和热传导延迟效应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1737360" y="2926080"/>
            <a:ext cx="2697480" cy="16916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737360" y="292608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874520" y="30632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286000" y="3035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配置驱动架构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874520" y="34290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所有仿真参数通过 appsettings.json 控制（升温速率、目标温度、噪声幅度等），无需重新编译即可调整行为，支持仿真/硬件双模式切换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617720" y="2926080"/>
            <a:ext cx="2697480" cy="16916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292608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4754880" y="306324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035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事件驱动数据流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754880" y="34290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DataBroadcast事件将数据从后台线程传至UI层，结合 Invoke 封送解决跨线程问题，实现松耦合、可扩展的数据分发机制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成果展示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11887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代码文件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20240" cy="11887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09728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~5000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0604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代码行数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920240" cy="11887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1920240" cy="11887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09728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03720" y="1783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温度通道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1920240" cy="11887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46888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06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状态机状态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06040" y="2468880"/>
            <a:ext cx="1920240" cy="11887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06040" y="246888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2606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606040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报告格式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1920240" cy="11887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46888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606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754880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03720" y="2468880"/>
            <a:ext cx="1920240" cy="11887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03720" y="2468880"/>
            <a:ext cx="19202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2606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903720" y="3154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设计模式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931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功能完成率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0080" y="42976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核心功能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03120" y="4334256"/>
            <a:ext cx="4114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Shape 37"/>
          <p:cNvSpPr/>
          <p:nvPr/>
        </p:nvSpPr>
        <p:spPr>
          <a:xfrm>
            <a:off x="2103120" y="4334256"/>
            <a:ext cx="4114800" cy="182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42976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" y="45902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增强功能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03120" y="4626864"/>
            <a:ext cx="4114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Shape 41"/>
          <p:cNvSpPr/>
          <p:nvPr/>
        </p:nvSpPr>
        <p:spPr>
          <a:xfrm>
            <a:off x="2103120" y="4626864"/>
            <a:ext cx="4114800" cy="182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45902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48828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扩展功能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103120" y="4919472"/>
            <a:ext cx="41148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5"/>
          <p:cNvSpPr/>
          <p:nvPr/>
        </p:nvSpPr>
        <p:spPr>
          <a:xfrm>
            <a:off x="2103120" y="4919472"/>
            <a:ext cx="4114800" cy="182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8" name="Text 46"/>
          <p:cNvSpPr/>
          <p:nvPr/>
        </p:nvSpPr>
        <p:spPr>
          <a:xfrm>
            <a:off x="6309360" y="488289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技术难点与解决方案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8046720" cy="585216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43000"/>
            <a:ext cx="54864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61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温度仿真真实性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1612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1612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分阶段仿真算法：升温线性+噪声，稳定钳位，记录指数逼近热传导模型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0" y="11612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5通道温度行为符合物理规律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1472184"/>
            <a:ext cx="7589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472184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已解决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40080" y="1801368"/>
            <a:ext cx="8046720" cy="585216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1801368"/>
            <a:ext cx="54864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1819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实时曲线渲染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8196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18196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OxyPlot增量更新 + X轴滚动窗口（10分钟），避免全量重绘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18196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4条折线流畅刷新，无卡顿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" y="2130552"/>
            <a:ext cx="7589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13055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已解决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2459736"/>
            <a:ext cx="8046720" cy="585216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2459736"/>
            <a:ext cx="54864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24780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跨线程UI更新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247802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0" y="2478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事件驱动DataBroadcast + Control.Invoke()封送至UI线程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0" y="24780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零跨线程崩溃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" y="2788920"/>
            <a:ext cx="7589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278892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已解决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" y="3118104"/>
            <a:ext cx="8046720" cy="585216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118104"/>
            <a:ext cx="54864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136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PDF中文乱码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31363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834640" y="3136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实现IFontResolver接口，扫描系统字体，注册中文字体(SimHei)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0" y="31363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中文完美显示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68680" y="3447288"/>
            <a:ext cx="7589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3447288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已解决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3776472"/>
            <a:ext cx="8046720" cy="585216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" y="3776472"/>
            <a:ext cx="54864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3794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Excel图表嵌入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560320" y="379476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834640" y="3794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EPPlus内嵌图表API + OxyPlot导出为图片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83680" y="3794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Sheet含图表的专业报告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68680" y="4105656"/>
            <a:ext cx="7589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4105656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已解决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0080" y="4434840"/>
            <a:ext cx="8046720" cy="585216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0080" y="4434840"/>
            <a:ext cx="54864" cy="5852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453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状态机并发安全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560320" y="44531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2834640" y="44531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集中式TestController + lock同步 + 非法转换忽略+日志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83680" y="44531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多线程下状态一致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68680" y="4764024"/>
            <a:ext cx="7589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1" name="Text 49"/>
          <p:cNvSpPr/>
          <p:nvPr/>
        </p:nvSpPr>
        <p:spPr>
          <a:xfrm>
            <a:off x="868680" y="4764024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已解决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风险评估与应对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640080"/>
                <a:gridCol w="640080"/>
                <a:gridCol w="46634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应对措施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温度仿真不真实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参考真实物理模型调参，加入合理随机噪声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实时曲线渲染卡顿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滚动窗口 + 增量更新，预验证性能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跨线程UI崩溃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强制Invoke封装，代码审查检查点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Excel图表兼容性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测试多种Excel版本，备选方案CSV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PDF中文乱码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嵌入中文字体，预测试验证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第三方库版本冲突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锁定NuGet版本，定期检查兼容性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风险监控机制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794760"/>
            <a:ext cx="804672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379476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7947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开发过程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148840" y="37947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每日检查 → Git提交 + 功能测试 → 问题及时修复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4206240"/>
            <a:ext cx="804672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420624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2062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集成阶段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148840" y="42062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全流程跑通测试 → 记录问题清单 → 逐项修复验证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4617720"/>
            <a:ext cx="8046720" cy="34747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461772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6177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发布前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148840" y="46177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干净环境部署测试 → 完整功能验收 → 文档一致性检查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技术栈总览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91440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版本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选型理由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运行时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.NET 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8.0.x LTS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LTS长期支持，性能优秀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UI框架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Windows Forms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原生支持，学习成本低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SQLite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零配置，文件即数据库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数据访问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Microsoft.Data.Sqlite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微软官方，轻量级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OxyPlot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开源免费，支持实时更新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Excel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EPPlus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支持图表嵌入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PDF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PDFsharp-MigraDoc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开源，支持中文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Microsoft.Extensions.Configuration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标准JSON配置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Serilog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结构化日志，滚动文件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数值计算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MathNet.Numerics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5.x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线性回归温漂计算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全部组件均为纯托管代码或系统原生支持 | 无需额外安装运行环境 | Windows 10/11 可直接运行 | 总成本 ¥0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54864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智能体协作核心心得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011680" cy="14173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20116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智能体是放大器，不是替代品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AI放大执行力（1人完成团队级工作量），但判断力靠人——所有架构决策、算法验证、安全检查都是人做的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2011680" cy="14173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97280"/>
            <a:ext cx="20116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迭代式协作最高效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508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最佳模式：人描述需求 → AI出初稿 → 人审查验证 → 反馈修正 → 最终交付。不要期待AI一次完美，快速迭代才是关键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2011680" cy="14173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2011680" cy="4572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提示词是核心技能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508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同样的问题，描述质量决定AI输出质量。说清上下文（'参照ISO 11820标准'）、分步骤提问、给具体反馈，是必须掌握的能力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03720" y="1097280"/>
            <a:ext cx="2011680" cy="14173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09728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AI生成必须验证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1508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本项目发现5个AI生成的缺陷：稳定阶段误判、PDF曲线图缺失、中文乱码、命名冲突等。AI会犯错，人工审查不可省略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软件全流程技能收获</a:t>
            </a:r>
            <a:endParaRPr lang="en-US" sz="15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99232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1440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需求分析：五维可行性分析、MoSCoW优先级排序</a:t>
            </a:r>
            <a:endParaRPr lang="en-US" sz="9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346704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33192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系统设计：5层架构、18模块、6张数据库表</a:t>
            </a:r>
            <a:endParaRPr lang="en-US" sz="9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94176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4400" y="36667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编码实现：~5000行C#、事件驱动、6种设计模式</a:t>
            </a:r>
            <a:endParaRPr lang="en-US" sz="9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41648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4400" y="40142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测试交付：13项功能测试、6项性能测试、3种报告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4846320" y="2651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关键决策回顾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971800"/>
          <a:ext cx="38404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15544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UI框架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WinForms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学习成本低，4周可交付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SQLite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零配置，文件即数据库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OxyPlot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成熟稳定，实时渲染好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开发模式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AI智能体驱动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1人完成5-6人工作量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文档策略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AI生成+人工审查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效率高但必须验证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97480" cy="37490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9748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短期改进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1-2周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密码改为BCrypt哈希存储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operators表添加主键约束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统一数据库表名大小写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添加试验进度条显示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Excel报告增加统计图表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097280"/>
            <a:ext cx="2697480" cy="37490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097280"/>
            <a:ext cx="2697480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0972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中期改进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37560" y="13898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1828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支持中英文界面切换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添加数据备份/恢复功能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试验模板功能(预设参数)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3200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温度仿真参数可视化调节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2044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曲线图支持缩放和平移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097280"/>
            <a:ext cx="2697480" cy="37490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097280"/>
            <a:ext cx="2697480" cy="54864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0972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长期改进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7920" y="1389888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18288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迁移到WPF/Avalonia UI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286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引入MVVM架构模式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743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引入依赖注入容器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200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单元测试覆盖(目标80%)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接入真实Modbus协议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42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34E4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34E4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77724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3327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00584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智能体全流程驱动：1人+1AI完成传统团队级工作量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087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4520" y="1481328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完整ISO 11820不燃性试验仿真系统，覆盖全流程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84248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74520" y="1956816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掌握软件全流程：需求→设计→编码→测试→交付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459736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74520" y="2432304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分阶段温度仿真引擎，模拟真实热力学过程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935224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874520" y="2907792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P0-P2功能100%完成，13项功能测试全部通过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410712"/>
            <a:ext cx="320040" cy="3200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874520" y="33832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零预算、零风险，AI协同开发模式验证可行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2286000" y="3977640"/>
            <a:ext cx="4572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1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掌握AI工具 · 协同开发 · 软件全流程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914400" y="4480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感谢各位评委老师，请批评指正！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9144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github.com/ximu-dot/Non-combustibility-Test-Simulator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NCT-Sim 建筑材料不燃性试验仿真系统 - 答辩演示</dc:title>
  <dc:subject>PptxGenJS Presentation</dc:subject>
  <dc:creator>ximu-dot</dc:creator>
  <cp:lastModifiedBy>ximu-dot</cp:lastModifiedBy>
  <cp:revision>1</cp:revision>
  <dcterms:created xsi:type="dcterms:W3CDTF">2026-06-29T11:44:07Z</dcterms:created>
  <dcterms:modified xsi:type="dcterms:W3CDTF">2026-06-29T11:44:07Z</dcterms:modified>
</cp:coreProperties>
</file>